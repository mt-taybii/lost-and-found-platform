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86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20040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Four Pillars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219649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Platform — C++ Implementation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200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3200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200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  •  Item.h  •  LostItem.h  •  FoundItem.h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F3B01-A098-6320-0C8B-C52D5CAC96B3}"/>
              </a:ext>
            </a:extLst>
          </p:cNvPr>
          <p:cNvSpPr txBox="1"/>
          <p:nvPr/>
        </p:nvSpPr>
        <p:spPr>
          <a:xfrm>
            <a:off x="2030506" y="1822076"/>
            <a:ext cx="4854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Muhammad Tayyab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Muhammad Nauman Rasheed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OOP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4 files map to OOP pillars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Item.h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pure virtual display()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Abstraction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Encapsulation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4408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28016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LostItem.h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4408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Item,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overides display()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01568" y="269748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6974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Inheritance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200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Polymorphism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08776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28016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FoundItem.h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08776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Item,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overides display()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45936" y="269748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6974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Inheritance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45936" y="32004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200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Polymorphism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260604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07608" y="260604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 — Uses all classes via vectors and switch-case menu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Encapsulation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methods and restricting direct access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LostItem: ownerName, FoundItem: finderName are private — hidden from outside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99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itemName, description, location are protected — accessible only by child classes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interface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getItemName() and display() are the only public access points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1554480"/>
            <a:ext cx="4526280" cy="3337560"/>
          </a:xfrm>
          <a:prstGeom prst="roundRect">
            <a:avLst>
              <a:gd name="adj" fmla="val 2740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07408" y="1645920"/>
            <a:ext cx="43068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Item.h — protected members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itemName;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description;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location;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LostItem.h — private member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ownerName;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FoundItem.h — private member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finderName;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Item.h — public getter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getItemName()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Abstraction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implementation details — exposing only what's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is an abstract class — it cannot be instantiated directly. It forces all subclasses to implement display().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3931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 Function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void display() = 0 in Item.h (line 28) makes Item abstract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3931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465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Destructor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~Item() {} ensures safe deletion via base pointer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3931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242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Contract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 never calls Item directly — only LostItem / FoundItem instances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1554480"/>
            <a:ext cx="448056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53128" y="1645920"/>
            <a:ext cx="42611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Item.h — Abstract class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itemName;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description;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location;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Item(string name, string desc,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string loc) { ...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getItemName() { ...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Pure virtual — makes Item abstract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display() = 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Virtual destructor for safe cleanup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~Item()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Inheritance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 and FoundItem inherit from the base class Item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60020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1600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 (Base Class — Item.h)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22860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22860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286000"/>
            <a:ext cx="1920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7432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5B21B6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2743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(LostItem.h)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3493008"/>
            <a:ext cx="2560320" cy="3200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493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ownerName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27432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5B21B6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2743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(FoundItem.h)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3493008"/>
            <a:ext cx="2560320" cy="3200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493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finderName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Inherits: itemName, description, location, getItemName()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4462272"/>
            <a:ext cx="8375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LostItem.h — class LostItem : public Item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LostItem(string name, string desc, string loc, string owner)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Item(name, desc, loc) { ownerName = owner; }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Polymorphism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behaves differently depending on the object 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60020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00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Item.h — Pure Virtual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947672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" y="203911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Pure virtual declaration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void display() = 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Forces subclasses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define their own display()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60020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600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LostItem.h — Override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947672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203911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"LOST ITEM\n";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itemName;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description;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ownerName;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600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FoundItem.h — Override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947672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81928" y="2039112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"FOUND ITEM\n";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itemName;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description;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finderName;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29184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37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Polymorphism in Action — main.cpp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5844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lostItems[i].display()  and  foundItems[i].display()  — same method call, different output based on object type.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runtime polymorphism via virtual functions (vtable dispatch).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282440"/>
            <a:ext cx="8686800" cy="914400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" y="4349496"/>
            <a:ext cx="8467344" cy="79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main.cpp — Same call, different behavior (cases 3 &amp; 4)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i = 0; i &lt; lostItems.size(); i++)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lostItems[i].display();    // calls LostItem::display()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i = 0; i &lt; foundItems.size(); i++)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foundItems[i].display();   // calls FoundItem::display()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OOP pillars applied in Lost &amp; Found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Item.h, LostItem.h, FoundItem.h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71907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protected members; getItemName() public getter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86000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8600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58775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void display() = 0 — pure virtual; virtual ~Item() {}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54680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546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LostItem.h, FoundItem.h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45643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LostItem : public Item — base constructor called via initializer list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23360"/>
            <a:ext cx="1828800" cy="749808"/>
          </a:xfrm>
          <a:prstGeom prst="roundRect">
            <a:avLst>
              <a:gd name="adj" fmla="val 12195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233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 (cases 3 &amp; 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432511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lostItems[i].display() / foundItems[i].display() — runtime dispatch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826</Words>
  <Application>Microsoft Office PowerPoint</Application>
  <PresentationFormat>On-screen Show (16:9)</PresentationFormat>
  <Paragraphs>167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4 Pillars - Lost &amp; Found Platform</dc:title>
  <dc:subject>PptxGenJS Presentation</dc:subject>
  <dc:creator>PptxGenJS</dc:creator>
  <cp:lastModifiedBy>Muhammad Tayyab</cp:lastModifiedBy>
  <cp:revision>2</cp:revision>
  <dcterms:created xsi:type="dcterms:W3CDTF">2026-06-12T07:07:50Z</dcterms:created>
  <dcterms:modified xsi:type="dcterms:W3CDTF">2026-06-12T07:50:32Z</dcterms:modified>
</cp:coreProperties>
</file>